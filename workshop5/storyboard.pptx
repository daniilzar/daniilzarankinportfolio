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Panel 1 – Seat Selection Screen Opens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2926080" cy="4937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768096"/>
            <a:ext cx="265176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rPr dirty="0"/>
              <a:t>Seat Selection – 8:00 pm</a:t>
            </a:r>
          </a:p>
          <a:p>
            <a:r>
              <a:rPr dirty="0"/>
              <a:t>City Centre · Screen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651760" cy="97840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dirty="0"/>
              <a:t>Legend:</a:t>
            </a:r>
          </a:p>
          <a:p>
            <a:r>
              <a:rPr dirty="0"/>
              <a:t>[light] £8 Standard   [medium] £10 Premium   [dark] £12 VIP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774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78992" y="23774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80744" y="23774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82496" y="23774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984248" y="23774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0" y="23774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87752" y="23774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89504" y="23774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26243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8992" y="26243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380744" y="26243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682496" y="26243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984248" y="26243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286000" y="26243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87752" y="26243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889504" y="26243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28712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78992" y="28712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380744" y="28712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682496" y="28712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984248" y="28712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286000" y="28712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587752" y="28712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889504" y="28712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7240" y="31181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78992" y="31181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380744" y="31181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682496" y="31181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984248" y="31181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286000" y="31181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587752" y="31181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889504" y="31181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77240" y="33649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78992" y="33649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380744" y="33649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682496" y="33649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984248" y="33649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286000" y="33649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587752" y="33649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889504" y="33649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94360" y="4754880"/>
            <a:ext cx="265176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Seats: (none)</a:t>
            </a:r>
          </a:p>
          <a:p>
            <a:r>
              <a:t>Total price: £0.00</a:t>
            </a:r>
          </a:p>
          <a:p>
            <a:r>
              <a:t>Tap a seat to select</a:t>
            </a:r>
          </a:p>
        </p:txBody>
      </p:sp>
      <p:sp>
        <p:nvSpPr>
          <p:cNvPr id="47" name="Oval 46"/>
          <p:cNvSpPr/>
          <p:nvPr/>
        </p:nvSpPr>
        <p:spPr>
          <a:xfrm>
            <a:off x="4114800" y="128016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251960" y="1920240"/>
            <a:ext cx="365760" cy="1005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931920" y="3108960"/>
            <a:ext cx="4506426" cy="22775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/>
              <a:t>Dan arrives at the seat selection screen.</a:t>
            </a:r>
          </a:p>
          <a:p>
            <a:r>
              <a:rPr dirty="0"/>
              <a:t>He wants two good seats and to see the price.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en-GB" dirty="0"/>
              <a:t>Seats </a:t>
            </a:r>
            <a:r>
              <a:rPr lang="en-GB" dirty="0" err="1"/>
              <a:t>coloring</a:t>
            </a:r>
            <a:r>
              <a:rPr lang="en-GB" dirty="0"/>
              <a:t> is to be implemented.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Panel 2 – Error: Unavailable Seat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2926080" cy="4937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265176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Seat Selection – 8:00 pm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8992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0744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82496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984248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0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87752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89504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78992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380744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82496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86000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587752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889504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78992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380744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682496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984248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286000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87752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889504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78992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380744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682496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984248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286000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87752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889504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7240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78992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380744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682496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984248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286000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587752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889504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042416" y="3264409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Seat B5 is unavailable.</a:t>
            </a:r>
          </a:p>
          <a:p>
            <a:r>
              <a:t>Please choose another seat.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4754880"/>
            <a:ext cx="265176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Seats: (none)</a:t>
            </a:r>
          </a:p>
          <a:p>
            <a:r>
              <a:t>Total price: £0.00</a:t>
            </a:r>
          </a:p>
        </p:txBody>
      </p:sp>
      <p:sp>
        <p:nvSpPr>
          <p:cNvPr id="47" name="Oval 46"/>
          <p:cNvSpPr/>
          <p:nvPr/>
        </p:nvSpPr>
        <p:spPr>
          <a:xfrm>
            <a:off x="4114800" y="128016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251960" y="1920240"/>
            <a:ext cx="365760" cy="1005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931920" y="310896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Dan taps a taken seat.</a:t>
            </a:r>
          </a:p>
          <a:p>
            <a:r>
              <a:t>A visual message explains it is unavailable</a:t>
            </a:r>
          </a:p>
          <a:p>
            <a:r>
              <a:t>and tells him to choose another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Panel 3 – First Seat Selected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2926080" cy="4937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265176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Seat Selection – 8:00 pm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8992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0744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82496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984248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0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87752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89504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78992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380744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82496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84248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86000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587752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889504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78992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380744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682496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984248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DE" dirty="0"/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587752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889504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78992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380744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682496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984248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286000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87752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889504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7240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78992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380744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682496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984248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286000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587752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889504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94360" y="4754880"/>
            <a:ext cx="265176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Seats: E7</a:t>
            </a:r>
          </a:p>
          <a:p>
            <a:r>
              <a:t>Total price: £10.00</a:t>
            </a:r>
          </a:p>
          <a:p>
            <a:r>
              <a:t>Tap a seat again to deselect</a:t>
            </a:r>
          </a:p>
        </p:txBody>
      </p:sp>
      <p:sp>
        <p:nvSpPr>
          <p:cNvPr id="46" name="Oval 45"/>
          <p:cNvSpPr/>
          <p:nvPr/>
        </p:nvSpPr>
        <p:spPr>
          <a:xfrm>
            <a:off x="4114800" y="128016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251960" y="1920240"/>
            <a:ext cx="365760" cy="1005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31920" y="310896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Dan selects one available seat.</a:t>
            </a:r>
          </a:p>
          <a:p>
            <a:r>
              <a:t>The seat is highlighted and the total price updates</a:t>
            </a:r>
          </a:p>
          <a:p>
            <a:r>
              <a:t>straight away.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Panel 4 – Two Seats &amp; Price Update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2926080" cy="4937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265176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Seat Selection – 8:00 pm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8992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0744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82496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984248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0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87752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89504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78992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380744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82496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84248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86000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587752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889504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78992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380744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682496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984248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87752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889504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78992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380744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682496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984248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286000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87752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889504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7240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78992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380744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682496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984248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286000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587752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889504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94360" y="4754880"/>
            <a:ext cx="265176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Seats: E7, E8</a:t>
            </a:r>
          </a:p>
          <a:p>
            <a:r>
              <a:t>Total price: £20.00</a:t>
            </a:r>
          </a:p>
          <a:p>
            <a:r>
              <a:t>Tap a selected seat again to deselect it.</a:t>
            </a:r>
          </a:p>
        </p:txBody>
      </p:sp>
      <p:sp>
        <p:nvSpPr>
          <p:cNvPr id="46" name="Oval 45"/>
          <p:cNvSpPr/>
          <p:nvPr/>
        </p:nvSpPr>
        <p:spPr>
          <a:xfrm>
            <a:off x="4114800" y="128016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251960" y="1920240"/>
            <a:ext cx="365760" cy="1005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31920" y="310896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Dan selects a second seat next to the first one.</a:t>
            </a:r>
          </a:p>
          <a:p>
            <a:r>
              <a:t>The summary shows both seat IDs and the new total price.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Panel 5 – Accessibility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2926080" cy="4937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265176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Seat Selection – 8:00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🎧 Accessibility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103120"/>
            <a:ext cx="22860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rPr dirty="0"/>
              <a:t>Accessibility – Screen 1, 8:00 pm</a:t>
            </a:r>
          </a:p>
          <a:p>
            <a:endParaRPr dirty="0"/>
          </a:p>
          <a:p>
            <a:r>
              <a:rPr dirty="0"/>
              <a:t>🎧 Hearing-aid: AVAILABLE</a:t>
            </a:r>
          </a:p>
          <a:p>
            <a:r>
              <a:rPr dirty="0"/>
              <a:t>Subtitles: </a:t>
            </a:r>
            <a:r>
              <a:rPr lang="en-GB" dirty="0"/>
              <a:t>English</a:t>
            </a:r>
            <a:endParaRPr dirty="0"/>
          </a:p>
          <a:p>
            <a:endParaRPr dirty="0"/>
          </a:p>
          <a:p>
            <a:r>
              <a:rPr dirty="0"/>
              <a:t>[ OK ]</a:t>
            </a:r>
          </a:p>
        </p:txBody>
      </p:sp>
      <p:sp>
        <p:nvSpPr>
          <p:cNvPr id="7" name="Oval 6"/>
          <p:cNvSpPr/>
          <p:nvPr/>
        </p:nvSpPr>
        <p:spPr>
          <a:xfrm>
            <a:off x="4114800" y="128016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51960" y="1920240"/>
            <a:ext cx="365760" cy="1005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0" y="310896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Dan taps the accessibility icon.</a:t>
            </a:r>
          </a:p>
          <a:p>
            <a:r>
              <a:t>A modal confirms hearing-aid compatible audio</a:t>
            </a:r>
          </a:p>
          <a:p>
            <a:r>
              <a:t>and other accessibility features for this showtime.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Panel 6 – Confirm Seat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2926080" cy="4937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265176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Seat Selection – 8:00 pm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8992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0744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82496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984248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0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87752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89504" y="1691640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78992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380744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82496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84248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86000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587752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889504" y="1938528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78992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380744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682496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984248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87752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889504" y="2185416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78992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380744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682496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984248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286000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587752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889504" y="2432304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7240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78992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380744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682496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984248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286000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587752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889504" y="2679192"/>
            <a:ext cx="274320" cy="2194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94360" y="4389120"/>
            <a:ext cx="265176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Seats: E7, E8</a:t>
            </a:r>
          </a:p>
          <a:p>
            <a:r>
              <a:t>Total price: £20.00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4937760"/>
            <a:ext cx="16459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Confirm Seats</a:t>
            </a:r>
          </a:p>
        </p:txBody>
      </p:sp>
      <p:sp>
        <p:nvSpPr>
          <p:cNvPr id="47" name="Oval 46"/>
          <p:cNvSpPr/>
          <p:nvPr/>
        </p:nvSpPr>
        <p:spPr>
          <a:xfrm>
            <a:off x="4114800" y="128016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251960" y="1920240"/>
            <a:ext cx="365760" cy="1005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931920" y="310896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Dan is happy with both seats and the price.</a:t>
            </a:r>
          </a:p>
          <a:p>
            <a:r>
              <a:t>He taps 'Confirm Seats' to continue the booking.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Office PowerPoint</Application>
  <PresentationFormat>On-screen Show (4:3)</PresentationFormat>
  <Paragraphs>65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Lohvynovskyi, Vladyslav (Student)</cp:lastModifiedBy>
  <cp:revision>5</cp:revision>
  <dcterms:created xsi:type="dcterms:W3CDTF">2013-01-27T09:14:16Z</dcterms:created>
  <dcterms:modified xsi:type="dcterms:W3CDTF">2025-11-16T17:38:28Z</dcterms:modified>
  <cp:category/>
</cp:coreProperties>
</file>